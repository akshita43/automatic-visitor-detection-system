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 line: a doorbell that senses the visitor before the bell is pressed and sends the owner a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 the system does, in order: detect, measure, indicate, capture, notify.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bells give no warning, no distance and no photo. That is the gap this project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one per feature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bell: press then alert. Smart video doorbells such as Ring or Nest add a camera, cloud and app alerts. Ours adds early distance awareness before the press, at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video doorbells are more capable on video and talk-back. Our strength is the distance zones before the press, low cost with no subscription, and open firmware that can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visitor, sensor and button as inputs, ESP32 as the controller, RGB LED, buzzer and camera as outputs, Telegram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parts. The FTDI adapter is only needed to upload code to the ESP32-CAM.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comes from the echo time. Far is more than 100 cm (green), near is 50 to 100 cm (blue), very near is under 50 cm (red).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pin-level wiring: HC-SR04, RGB LED with three 220 ohm resistors, push button, buzzer, ESP32-CAM and FTDI. Colors: red power, grey ground, blue signal, amber upload jumper.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decisions: is a visitor detected, and was the doorbell pressed. After the Telegram message the system goes back to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Telegram messages from the prototype: FAR with the distance in cm, and very NEAR when someone is close to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press sounds the buzzer, triggers the camera and sends a photo captioned Doorbell pressed - visitor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Anywhere an entrance needs simple, low-cost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extensions: face recognition, cloud storage, a mobile app and extra security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sensing, processing, indication, alert, image capture and remote notification combined in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68680"/>
            <a:ext cx="5394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228600"/>
            <a:ext cx="3474720" cy="3474720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0680" y="685800"/>
            <a:ext cx="2560320" cy="25603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79592" y="1124712"/>
            <a:ext cx="1682496" cy="1682496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37160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/home/claude/build/assets/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0" y="166878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flipV="1">
            <a:off x="6766560" y="1051560"/>
            <a:ext cx="868680" cy="9144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77724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pic>
        <p:nvPicPr>
          <p:cNvPr id="9" name="Image 1" descr="/home/claude/build/assets/ic_use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90525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  |   CSE   |   AY 2026-27, ODD SEMESTER</a:t>
            </a:r>
            <a:endParaRPr lang="en-US" sz="11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868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Visitor Detection System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Distance-aware doorbell with RGB indication, buzzer and Telegram photo alerts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Jakka Bhanu   2520030006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Akshita   2520030043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Pakalapati Harini   2520030177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Purva Sharma   |   Co-Supervisor: Dr. A. Kiran Kumar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CSE, Koneru Lakshmaiah Education Foundation, Bachupally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675120" y="379476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/home/claude/build/assets/klh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840480"/>
            <a:ext cx="1828800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entrance monitor that notices a visitor before the bell is pressed.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ultrasonic sensor measures how close the visitor is, an RGB LED shows the zone, a buzzer rings when the bell is pressed, and an ESP32-CAM sends the owner a photo on Telegram.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788920"/>
            <a:ext cx="658368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/home/claude/build/assets/ic_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557577"/>
            <a:ext cx="462686" cy="462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approaching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23160" y="22860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/home/claude/build/assets/ic_rul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737" y="2557577"/>
            <a:ext cx="462686" cy="462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4884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distance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069080" y="22860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/home/claude/build/assets/ic_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657" y="2557577"/>
            <a:ext cx="462686" cy="462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9476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zone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715000" y="22860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/home/claude/build/assets/ic_camera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577" y="2557577"/>
            <a:ext cx="462686" cy="4626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photo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360920" y="22860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4" descr="/home/claude/build/assets/ic_telegr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97" y="2557577"/>
            <a:ext cx="462686" cy="46268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8660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 Telegram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 ·  low cost  ·  for homes, offices and laboratories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783080" y="1828800"/>
            <a:ext cx="4069080" cy="868680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83080" y="18288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knows nothing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is already at the door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/home/claude/build/assets/ic_wal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82" y="2141982"/>
            <a:ext cx="288036" cy="2880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arrives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/home/claude/build/assets/ic_h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62" y="2141982"/>
            <a:ext cx="288036" cy="2880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button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80960" y="196596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2" descr="/home/claude/build/assets/ic_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982" y="2141982"/>
            <a:ext cx="288036" cy="2880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694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doorbells react only after the button is pressed, so the owner cannot tell who is approaching, how close they are, or who actually rang.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low-cost system that senses, indicates, alerts, photographs and notifies.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3" descr="/home/claude/build/assets/ic_tim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351586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337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cannot tell if someone is approaching or waiting outside.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3246120" y="33832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4" descr="/home/claude/build/assets/ic_tim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3515868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40480" y="3337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distance information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how close the visitor is to the door.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5" descr="/home/claude/build/assets/ic_tim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628" y="3515868"/>
            <a:ext cx="192024" cy="19202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29400" y="3337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picture of the visitor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photo or remote view of who rang the bell.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/home/claude/build/assets/ic_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556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08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approaching visitors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4612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/home/claude/build/assets/ic_rul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75564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97680" y="1508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visitor’s distance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0350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/home/claude/build/assets/ic_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75564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86600" y="1508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zone on an RGB LED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3154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/home/claude/build/assets/ic_bel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401568"/>
            <a:ext cx="420624" cy="4206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a buzzer when the bell is pressed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3246120" y="3154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/home/claude/build/assets/ic_camer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401568"/>
            <a:ext cx="420624" cy="42062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297680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visitor’s image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035040" y="3154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5" descr="/home/claude/build/assets/ic_telegra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01568"/>
            <a:ext cx="420624" cy="42062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86600" y="31546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photo to Telegram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doorbell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457907" cy="566928"/>
          </a:xfrm>
          <a:prstGeom prst="homePlat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44168"/>
            <a:ext cx="20921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344168"/>
            <a:ext cx="2457907" cy="566928"/>
          </a:xfrm>
          <a:prstGeom prst="chevron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344168"/>
            <a:ext cx="1909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44168"/>
            <a:ext cx="2457907" cy="566928"/>
          </a:xfrm>
          <a:prstGeom prst="chevron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344168"/>
            <a:ext cx="1909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38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only after the press: no distance, no photo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58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video doorbell (Ring, Nest and similar)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2132342" cy="566928"/>
          </a:xfrm>
          <a:prstGeom prst="homePlat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578608"/>
            <a:ext cx="17665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press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61077" y="2578608"/>
            <a:ext cx="2132342" cy="566928"/>
          </a:xfrm>
          <a:prstGeom prst="chevron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35397" y="2578608"/>
            <a:ext cx="1583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4954" y="2578608"/>
            <a:ext cx="2132342" cy="566928"/>
          </a:xfrm>
          <a:prstGeom prst="chevron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9274" y="2578608"/>
            <a:ext cx="1583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8831" y="2578608"/>
            <a:ext cx="2132342" cy="566928"/>
          </a:xfrm>
          <a:prstGeom prst="chevron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3151" y="2578608"/>
            <a:ext cx="1583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alert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172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and two-way talk, but higher cost and cloud dependence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93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1688104" cy="566928"/>
          </a:xfrm>
          <a:prstGeom prst="homePlat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813048"/>
            <a:ext cx="132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64436" y="3813048"/>
            <a:ext cx="1688104" cy="566928"/>
          </a:xfrm>
          <a:prstGeom prst="chevron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38756" y="3813048"/>
            <a:ext cx="113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1672" y="3813048"/>
            <a:ext cx="1688104" cy="566928"/>
          </a:xfrm>
          <a:prstGeom prst="chevron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45992" y="3813048"/>
            <a:ext cx="113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78908" y="3813048"/>
            <a:ext cx="1688104" cy="566928"/>
          </a:xfrm>
          <a:prstGeom prst="chevron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53228" y="3813048"/>
            <a:ext cx="113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86144" y="3813048"/>
            <a:ext cx="1688104" cy="566928"/>
          </a:xfrm>
          <a:prstGeom prst="chevron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0464" y="3813048"/>
            <a:ext cx="113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notification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074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early, shows the zone, rings, photographs and reports to the owner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Video Doorbell vs Ours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video doorbell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7A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6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motion / PIR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distance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visitor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LED zone + cm on Telegram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push, live video, two-way talk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Buzzer, LED, Telegram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and 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photo on button 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Higher; cloud plan for recordings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parts, no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ecosystem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firmware, easy to extend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trades live video for early distance awareness, low cost and full control.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097280" cy="29260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005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pic>
        <p:nvPicPr>
          <p:cNvPr id="5" name="Image 0" descr="/home/claude/build/assets/ic_wal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entrance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920240" y="123444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65960" y="1234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5 · ECHO 18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342900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3429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1234440"/>
            <a:ext cx="1280160" cy="292608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234440"/>
            <a:ext cx="1188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349240" y="123444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1234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 · 26 · 27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49240" y="233172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49240" y="34290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94960" y="3429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D23 → IO13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06640" y="342900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2360" y="3429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notified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554480" y="1600200"/>
            <a:ext cx="365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554480" y="3794760"/>
            <a:ext cx="365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108960" y="1600200"/>
            <a:ext cx="4114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108960" y="3794760"/>
            <a:ext cx="4114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800600" y="160020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800600" y="269748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800600" y="379476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12280" y="3794760"/>
            <a:ext cx="5943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6766560" y="3520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→ Processing → Indication → Alert → Image capture → Remote notification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3200" dirty="0"/>
          </a:p>
        </p:txBody>
      </p:sp>
      <p:pic>
        <p:nvPicPr>
          <p:cNvPr id="3" name="Image 0" descr="/home/claude/build/assets/comp_es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051560"/>
            <a:ext cx="146304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578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1400" dirty="0"/>
          </a:p>
        </p:txBody>
      </p:sp>
      <p:pic>
        <p:nvPicPr>
          <p:cNvPr id="5" name="Image 1" descr="/home/claude/build/assets/comp_hcsr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051560"/>
            <a:ext cx="1463040" cy="1097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8318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distance sensor</a:t>
            </a:r>
            <a:endParaRPr lang="en-US" sz="1400" dirty="0"/>
          </a:p>
        </p:txBody>
      </p:sp>
      <p:pic>
        <p:nvPicPr>
          <p:cNvPr id="7" name="Image 2" descr="/home/claude/build/assets/comp_c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1051560"/>
            <a:ext cx="1463040" cy="1097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4058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 and Wi-Fi</a:t>
            </a:r>
            <a:endParaRPr lang="en-US" sz="1400" dirty="0"/>
          </a:p>
        </p:txBody>
      </p:sp>
      <p:pic>
        <p:nvPicPr>
          <p:cNvPr id="9" name="Image 3" descr="/home/claude/build/assets/comp_rg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1051560"/>
            <a:ext cx="1463040" cy="10972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69798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indicator</a:t>
            </a:r>
            <a:endParaRPr lang="en-US" sz="1400" dirty="0"/>
          </a:p>
        </p:txBody>
      </p:sp>
      <p:pic>
        <p:nvPicPr>
          <p:cNvPr id="11" name="Image 4" descr="/home/claude/build/assets/comp_butt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926080"/>
            <a:ext cx="1463040" cy="10972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257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 input</a:t>
            </a:r>
            <a:endParaRPr lang="en-US" sz="1400" dirty="0"/>
          </a:p>
        </p:txBody>
      </p:sp>
      <p:pic>
        <p:nvPicPr>
          <p:cNvPr id="13" name="Image 5" descr="/home/claude/build/assets/comp_buzz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2926080"/>
            <a:ext cx="1463040" cy="10972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5831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alert</a:t>
            </a:r>
            <a:endParaRPr lang="en-US" sz="1400" dirty="0"/>
          </a:p>
        </p:txBody>
      </p:sp>
      <p:pic>
        <p:nvPicPr>
          <p:cNvPr id="15" name="Image 6" descr="/home/claude/build/assets/comp_ftd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2926080"/>
            <a:ext cx="1463040" cy="109728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46405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FTDI adapter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the ESP32-CAM</a:t>
            </a:r>
            <a:endParaRPr lang="en-US" sz="1400" dirty="0"/>
          </a:p>
        </p:txBody>
      </p:sp>
      <p:pic>
        <p:nvPicPr>
          <p:cNvPr id="17" name="Image 7" descr="/home/claude/build/assets/comp_resis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6580" y="2926080"/>
            <a:ext cx="1463040" cy="109728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6979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Ω × 3, 1 kΩ + 2 kΩ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Distance</a:t>
            </a:r>
            <a:endParaRPr lang="en-US" sz="3200" dirty="0"/>
          </a:p>
        </p:txBody>
      </p:sp>
      <p:pic>
        <p:nvPicPr>
          <p:cNvPr id="3" name="Image 0" descr="/home/claude/build/assets/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212080" cy="24902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893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pulse to distance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9893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(t × 0.0343) / 2  cm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ECHO pulse width in µs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0.0343 cm/µs = speed of sound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÷2 = round trip of the pulse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thresholds are configurable in firmware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/home/claude/build/assets/ic_rul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41468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pulse out, ECHO pulse back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/home/claude/build/assets/ic_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414680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40480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+ 2 kΩ divider: ECHO 5 V → 3.3 V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3" descr="/home/claude/build/assets/ic_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4146804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29400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RGB: LOW turns a color 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Wiring Diagram</a:t>
            </a:r>
            <a:endParaRPr lang="en-US" sz="3200" dirty="0"/>
          </a:p>
        </p:txBody>
      </p:sp>
      <p:pic>
        <p:nvPicPr>
          <p:cNvPr id="3" name="Image 0" descr="/home/claude/build/assets/wi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159" y="932688"/>
            <a:ext cx="6615681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66647" y="3310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divider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kΩ + 2 kΩ drops 5 V to 3.3 V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 3V3, LOW = 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GND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IO0 → GND only to upload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Flowchart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40180"/>
            <a:ext cx="822960" cy="6858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4401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08760" y="1440180"/>
            <a:ext cx="11430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4401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440180"/>
            <a:ext cx="12344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4401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entrance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1371600" cy="100584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detected?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440180"/>
            <a:ext cx="12344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4401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440180"/>
            <a:ext cx="12801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4401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indication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17830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17830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17830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78040" y="17830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17830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641848" y="1508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keep monitoring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125980"/>
            <a:ext cx="0" cy="10287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3154680"/>
            <a:ext cx="1280160" cy="100584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3291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 pressed?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keep monitoring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3314700"/>
            <a:ext cx="12801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33147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314700"/>
            <a:ext cx="12801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33147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33147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33147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notification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3314700"/>
            <a:ext cx="1463040" cy="6858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33147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H="1">
            <a:off x="7178040" y="3657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13232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5669280" y="3657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4160520" y="3657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2468880" y="3657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737360" y="2788920"/>
            <a:ext cx="0" cy="5257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37360" y="2788920"/>
            <a:ext cx="17602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497580" y="2125980"/>
            <a:ext cx="0" cy="6629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01168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Distance Alerts</a:t>
            </a:r>
            <a:endParaRPr lang="en-US" sz="3200" dirty="0"/>
          </a:p>
        </p:txBody>
      </p:sp>
      <p:pic>
        <p:nvPicPr>
          <p:cNvPr id="3" name="Image 0" descr="/home/claude/build/assets/shot_distanc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084832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F3A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320040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owner’s phone shows the visitor’s distance live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0" y="2103120"/>
            <a:ext cx="4937760" cy="502920"/>
          </a:xfrm>
          <a:prstGeom prst="roundRect">
            <a:avLst>
              <a:gd name="adj" fmla="val 2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64992" y="225856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0332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very NEAR the door. Distance: 3 cm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2743200"/>
            <a:ext cx="4937760" cy="502920"/>
          </a:xfrm>
          <a:prstGeom prst="roundRect">
            <a:avLst>
              <a:gd name="adj" fmla="val 2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4992" y="28986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2743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FAR from the door. Distance: 99 cm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50208" y="3794760"/>
            <a:ext cx="14630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8328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/home/claude/build/assets/ic_rul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13" y="366857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0896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30368" y="3794760"/>
            <a:ext cx="14630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66344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/home/claude/build/assets/ic_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3" y="366857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8912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510528" y="3794760"/>
            <a:ext cx="14630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94360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/home/claude/build/assets/ic_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36685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22376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4" descr="/home/claude/build/assets/ic_telegr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893" y="366857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4944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from the running prototype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Doorbell Photo</a:t>
            </a:r>
            <a:endParaRPr lang="en-US" sz="3200" dirty="0"/>
          </a:p>
        </p:txBody>
      </p:sp>
      <p:pic>
        <p:nvPicPr>
          <p:cNvPr id="3" name="Image 0" descr="/home/claude/build/assets/shot_photo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084832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F3A">
                <a:alpha val="1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794760" y="1600200"/>
            <a:ext cx="0" cy="246888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74720" y="1280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/home/claude/build/assets/ic_h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452982"/>
            <a:ext cx="294437" cy="2944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1234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presses the button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GPIO 33 going LOW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474720" y="2194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2" descr="/home/claude/build/assets/ic_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542" y="2367382"/>
            <a:ext cx="294437" cy="29443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43400" y="21488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sounds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alert; D23 goes HIGH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474720" y="3108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3" descr="/home/claude/build/assets/ic_camera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542" y="3281782"/>
            <a:ext cx="294437" cy="29443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43400" y="3063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takes the photo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IO13, common ground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3474720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4" descr="/home/claude/build/assets/ic_telegr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542" y="4196182"/>
            <a:ext cx="294437" cy="29443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343400" y="397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reaches the owner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over Wi-Fi to Telegram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from the running prototype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/ Applications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/home/claude/build/assets/ic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778508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6642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visitor detection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/home/claude/build/assets/ic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372868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2585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awareness before the press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/home/claude/build/assets/ic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967228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8529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sound and photo alerts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57200" y="3474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3" descr="/home/claude/build/assets/ic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" y="3561588"/>
            <a:ext cx="173736" cy="1737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34472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on Telegram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4" descr="/home/claude/build/assets/ic_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" y="4155948"/>
            <a:ext cx="173736" cy="1737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40416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and simple to build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257800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5" descr="/home/claude/build/assets/ic_hom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1938528"/>
            <a:ext cx="420624" cy="42062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80060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7452360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6" descr="/home/claude/build/assets/ic_build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938528"/>
            <a:ext cx="420624" cy="4206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9516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5257800" y="32461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7" descr="/home/claude/build/assets/ic_flas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4688" y="3493008"/>
            <a:ext cx="420624" cy="42062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800600" y="4233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7452360" y="32461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8" descr="/home/claude/build/assets/ic_shiel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3493008"/>
            <a:ext cx="420624" cy="42062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95160" y="4233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security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91540" y="178308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/home/claude/build/assets/ic_sm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2104034"/>
            <a:ext cx="546811" cy="5468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578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known visitors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948940" y="178308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/home/claude/build/assets/ic_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894" y="2104034"/>
            <a:ext cx="546811" cy="5468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8318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photo history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06340" y="178308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/home/claude/build/assets/ic_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294" y="2104034"/>
            <a:ext cx="546811" cy="54681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4058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app, not a chat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063740" y="178308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/home/claude/build/assets/ic_sig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694" y="2104034"/>
            <a:ext cx="546811" cy="54681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9798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sensors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security sensors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sensing to notification: one low-cost, automated entrance monitor.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737360" cy="822960"/>
          </a:xfrm>
          <a:prstGeom prst="homePlate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55648" y="2743200"/>
            <a:ext cx="1737360" cy="82296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54096" y="2743200"/>
            <a:ext cx="1737360" cy="82296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2743200"/>
            <a:ext cx="1737360" cy="82296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2743200"/>
            <a:ext cx="1737360" cy="82296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33872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743200"/>
            <a:ext cx="1737360" cy="82296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3488" y="274320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notification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Jakka Bhanu   |   Anand Akshita   |   Pakalapati Harini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/home/claude/build/assets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10512"/>
            <a:ext cx="2194560" cy="1060704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itor Detection">
  <a:themeElements>
    <a:clrScheme name="Visitor Detection">
      <a:dk1>
        <a:srgbClr val="0B1F3A"/>
      </a:dk1>
      <a:lt1>
        <a:srgbClr val="FFFFFF"/>
      </a:lt1>
      <a:dk2>
        <a:srgbClr val="0A1628"/>
      </a:dk2>
      <a:lt2>
        <a:srgbClr val="EAF2FF"/>
      </a:lt2>
      <a:accent1>
        <a:srgbClr val="1E6FFF"/>
      </a:accent1>
      <a:accent2>
        <a:srgbClr val="6B7A90"/>
      </a:accent2>
      <a:accent3>
        <a:srgbClr val="7FB0FF"/>
      </a:accent3>
      <a:accent4>
        <a:srgbClr val="AFC6E8"/>
      </a:accent4>
      <a:accent5>
        <a:srgbClr val="E5484D"/>
      </a:accent5>
      <a:accent6>
        <a:srgbClr val="2EB67D"/>
      </a:accent6>
      <a:hlink>
        <a:srgbClr val="1E6FFF"/>
      </a:hlink>
      <a:folHlink>
        <a:srgbClr val="6B7A90"/>
      </a:folHlink>
    </a:clrScheme>
    <a:fontScheme name="Visitor Detec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Visitor Detection System</dc:title>
  <dc:subject>B.Tech II Year CSE project, KLEF</dc:subject>
  <dc:creator>Jakka Bhanu, Anand Akshita, Pakalapati Harini</dc:creator>
  <cp:lastModifiedBy>Jakka Bhanu, Anand Akshita, Pakalapati Harini</cp:lastModifiedBy>
  <cp:revision>1</cp:revision>
  <dcterms:created xsi:type="dcterms:W3CDTF">2026-10-16T03:19:31Z</dcterms:created>
  <dcterms:modified xsi:type="dcterms:W3CDTF">2026-10-16T03:19:31Z</dcterms:modified>
</cp:coreProperties>
</file>